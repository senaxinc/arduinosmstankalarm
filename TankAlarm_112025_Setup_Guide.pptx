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2060"/>
                </a:solidFill>
              </a:defRPr>
            </a:pPr>
            <a:r>
              <a:t>TankAlarm 112025 - Opta Setup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Hardware Wiring &amp; Software Installation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1. System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What is TankAlarm 112025?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Cellular tank level monitoring system</a:t>
            </a:r>
          </a:p>
          <a:p>
            <a:pPr>
              <a:spcBef>
                <a:spcPts val="800"/>
              </a:spcBef>
              <a:defRPr sz="1800"/>
            </a:pPr>
            <a:r>
              <a:t>Arduino Opta + Blues Wireless cellular connectivity</a:t>
            </a:r>
          </a:p>
          <a:p>
            <a:pPr>
              <a:spcBef>
                <a:spcPts val="800"/>
              </a:spcBef>
              <a:defRPr sz="1800"/>
            </a:pPr>
            <a:r>
              <a:t>Client devices monitor tank levels</a:t>
            </a:r>
          </a:p>
          <a:p>
            <a:pPr>
              <a:spcBef>
                <a:spcPts val="800"/>
              </a:spcBef>
              <a:defRPr sz="1800"/>
            </a:pPr>
            <a:r>
              <a:t>Server aggregates data and provides web dashboard</a:t>
            </a:r>
          </a:p>
          <a:p>
            <a:pPr>
              <a:spcBef>
                <a:spcPts val="800"/>
              </a:spcBef>
              <a:defRPr sz="1800"/>
            </a:pPr>
            <a:r>
              <a:t>SMS and email alerts for alarms</a:t>
            </a:r>
          </a:p>
          <a:p>
            <a:pPr>
              <a:spcBef>
                <a:spcPts val="800"/>
              </a:spcBef>
              <a:defRPr sz="1800"/>
            </a:pPr>
            <a:r>
              <a:t>No SD card required - uses internal flash storage</a:t>
            </a:r>
          </a:p>
          <a:p>
            <a:pPr>
              <a:spcBef>
                <a:spcPts val="800"/>
              </a:spcBef>
              <a:defRPr sz="1800"/>
            </a:pPr>
            <a:r>
              <a:t>Remote configuration via web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Client Devices (Tank Monitors):</a:t>
            </a:r>
          </a:p>
          <a:p>
            <a:pPr>
              <a:spcBef>
                <a:spcPts val="800"/>
              </a:spcBef>
              <a:defRPr sz="1800"/>
            </a:pPr>
            <a:r>
              <a:t>  • Arduino Opta Lite</a:t>
            </a:r>
          </a:p>
          <a:p>
            <a:pPr>
              <a:spcBef>
                <a:spcPts val="800"/>
              </a:spcBef>
              <a:defRPr sz="1800"/>
            </a:pPr>
            <a:r>
              <a:t>  • Blues Wireless for Opta</a:t>
            </a:r>
          </a:p>
          <a:p>
            <a:pPr>
              <a:spcBef>
                <a:spcPts val="800"/>
              </a:spcBef>
              <a:defRPr sz="1800"/>
            </a:pPr>
            <a:r>
              <a:t>  • Arduino Opta Ext A0602 (analog expansion)</a:t>
            </a:r>
          </a:p>
          <a:p>
            <a:pPr>
              <a:spcBef>
                <a:spcPts val="800"/>
              </a:spcBef>
              <a:defRPr sz="1800"/>
            </a:pPr>
            <a:r>
              <a:t>  • Level sensors (analog/4-20mA)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Server Device (Data Aggregation):</a:t>
            </a:r>
          </a:p>
          <a:p>
            <a:pPr>
              <a:spcBef>
                <a:spcPts val="800"/>
              </a:spcBef>
              <a:defRPr sz="1800"/>
            </a:pPr>
            <a:r>
              <a:t>  • Arduino Opta Lite</a:t>
            </a:r>
          </a:p>
          <a:p>
            <a:pPr>
              <a:spcBef>
                <a:spcPts val="800"/>
              </a:spcBef>
              <a:defRPr sz="1800"/>
            </a:pPr>
            <a:r>
              <a:t>  • Blues Wireless for Opta</a:t>
            </a:r>
          </a:p>
          <a:p>
            <a:pPr>
              <a:spcBef>
                <a:spcPts val="800"/>
              </a:spcBef>
              <a:defRPr sz="1800"/>
            </a:pPr>
            <a:r>
              <a:t>  • Ethernet connection</a:t>
            </a:r>
          </a:p>
          <a:p>
            <a:pPr>
              <a:spcBef>
                <a:spcPts val="800"/>
              </a:spcBef>
              <a:defRPr sz="1800"/>
            </a:pPr>
            <a:r>
              <a:t>  • Web dashboard for monitoring &amp; configuration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2. Hardware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Client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Required Components:</a:t>
            </a:r>
          </a:p>
          <a:p>
            <a:pPr>
              <a:spcBef>
                <a:spcPts val="800"/>
              </a:spcBef>
              <a:defRPr sz="1800"/>
            </a:pPr>
            <a:r>
              <a:t>• Arduino Opta Lite ($95)</a:t>
            </a:r>
          </a:p>
          <a:p>
            <a:pPr>
              <a:spcBef>
                <a:spcPts val="800"/>
              </a:spcBef>
              <a:defRPr sz="1800"/>
            </a:pPr>
            <a:r>
              <a:t>• Blues Wireless for Opta ($49)</a:t>
            </a:r>
          </a:p>
          <a:p>
            <a:pPr>
              <a:spcBef>
                <a:spcPts val="800"/>
              </a:spcBef>
              <a:defRPr sz="1800"/>
            </a:pPr>
            <a:r>
              <a:t>• Arduino Pro Opta Ext A0602 ($56)</a:t>
            </a:r>
          </a:p>
          <a:p>
            <a:pPr>
              <a:spcBef>
                <a:spcPts val="800"/>
              </a:spcBef>
              <a:defRPr sz="1800"/>
            </a:pPr>
            <a:r>
              <a:t>  (Analog/4-20mA expansion module)</a:t>
            </a:r>
          </a:p>
          <a:p>
            <a:pPr>
              <a:spcBef>
                <a:spcPts val="800"/>
              </a:spcBef>
              <a:defRPr sz="1800"/>
            </a:pPr>
            <a:r>
              <a:t>• USB-C cable for programming</a:t>
            </a:r>
          </a:p>
          <a:p>
            <a:pPr>
              <a:spcBef>
                <a:spcPts val="800"/>
              </a:spcBef>
              <a:defRPr sz="1800"/>
            </a:pPr>
            <a:r>
              <a:t>• 24V DC power supply</a:t>
            </a:r>
          </a:p>
          <a:p>
            <a:pPr>
              <a:spcBef>
                <a:spcPts val="800"/>
              </a:spcBef>
              <a:defRPr sz="1800"/>
            </a:pPr>
            <a:r>
              <a:t>• Tank level sensors (analog/digital/4-20mA)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Purchase Links:</a:t>
            </a:r>
          </a:p>
          <a:p>
            <a:pPr>
              <a:spcBef>
                <a:spcPts val="800"/>
              </a:spcBef>
              <a:defRPr sz="1800"/>
            </a:pPr>
            <a:r>
              <a:t>• store-usa.arduino.cc/products/opta-lite</a:t>
            </a:r>
          </a:p>
          <a:p>
            <a:pPr>
              <a:spcBef>
                <a:spcPts val="800"/>
              </a:spcBef>
              <a:defRPr sz="1800"/>
            </a:pPr>
            <a:r>
              <a:t>• shop.blues.com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Server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Required Components:</a:t>
            </a:r>
          </a:p>
          <a:p>
            <a:pPr>
              <a:spcBef>
                <a:spcPts val="800"/>
              </a:spcBef>
              <a:defRPr sz="1800"/>
            </a:pPr>
            <a:r>
              <a:t>• Arduino Opta Lite ($95)</a:t>
            </a:r>
          </a:p>
          <a:p>
            <a:pPr>
              <a:spcBef>
                <a:spcPts val="800"/>
              </a:spcBef>
              <a:defRPr sz="1800"/>
            </a:pPr>
            <a:r>
              <a:t>• Blues Wireless for Opta ($49)</a:t>
            </a:r>
          </a:p>
          <a:p>
            <a:pPr>
              <a:spcBef>
                <a:spcPts val="800"/>
              </a:spcBef>
              <a:defRPr sz="1800"/>
            </a:pPr>
            <a:r>
              <a:t>• USB-C cable for programming</a:t>
            </a:r>
          </a:p>
          <a:p>
            <a:pPr>
              <a:spcBef>
                <a:spcPts val="800"/>
              </a:spcBef>
              <a:defRPr sz="1800"/>
            </a:pPr>
            <a:r>
              <a:t>• Ethernet cable (RJ45)</a:t>
            </a:r>
          </a:p>
          <a:p>
            <a:pPr>
              <a:spcBef>
                <a:spcPts val="800"/>
              </a:spcBef>
              <a:defRPr sz="1800"/>
            </a:pPr>
            <a:r>
              <a:t>• 12-24V DC power supply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Network Requirements:</a:t>
            </a:r>
          </a:p>
          <a:p>
            <a:pPr>
              <a:spcBef>
                <a:spcPts val="800"/>
              </a:spcBef>
              <a:defRPr sz="1800"/>
            </a:pPr>
            <a:r>
              <a:t>• Access to local network (intranet)</a:t>
            </a:r>
          </a:p>
          <a:p>
            <a:pPr>
              <a:spcBef>
                <a:spcPts val="800"/>
              </a:spcBef>
              <a:defRPr sz="1800"/>
            </a:pPr>
            <a:r>
              <a:t>• DHCP enabled (or configure static IP)</a:t>
            </a:r>
          </a:p>
          <a:p>
            <a:pPr>
              <a:spcBef>
                <a:spcPts val="800"/>
              </a:spcBef>
              <a:defRPr sz="1800"/>
            </a:pPr>
            <a:r>
              <a:t>• Port 80 accessible for web dashboard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3. Arduino IDE Installation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Install Arduino 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Download Arduino IDE:</a:t>
            </a:r>
          </a:p>
          <a:p>
            <a:pPr>
              <a:spcBef>
                <a:spcPts val="800"/>
              </a:spcBef>
              <a:defRPr sz="1800"/>
            </a:pPr>
            <a:r>
              <a:t>• Visit: arduino.cc/en/software</a:t>
            </a:r>
          </a:p>
          <a:p>
            <a:pPr>
              <a:spcBef>
                <a:spcPts val="800"/>
              </a:spcBef>
              <a:defRPr sz="1800"/>
            </a:pPr>
            <a:r>
              <a:t>• Download Arduino IDE 2.0 or later</a:t>
            </a:r>
          </a:p>
          <a:p>
            <a:pPr>
              <a:spcBef>
                <a:spcPts val="800"/>
              </a:spcBef>
              <a:defRPr sz="1800"/>
            </a:pPr>
            <a:r>
              <a:t>• Install for your OS (Windows/Mac/Linux)</a:t>
            </a:r>
          </a:p>
          <a:p>
            <a:pPr>
              <a:spcBef>
                <a:spcPts val="800"/>
              </a:spcBef>
              <a:defRPr sz="1800"/>
            </a:pPr>
            <a:r>
              <a:t>• Launch Arduino IDE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First-time setup:</a:t>
            </a:r>
          </a:p>
          <a:p>
            <a:pPr>
              <a:spcBef>
                <a:spcPts val="800"/>
              </a:spcBef>
              <a:defRPr sz="1800"/>
            </a:pPr>
            <a:r>
              <a:t>• Accept any firewall prompts</a:t>
            </a:r>
          </a:p>
          <a:p>
            <a:pPr>
              <a:spcBef>
                <a:spcPts val="800"/>
              </a:spcBef>
              <a:defRPr sz="1800"/>
            </a:pPr>
            <a:r>
              <a:t>• IDE will download board indexes on first launch</a:t>
            </a:r>
          </a:p>
          <a:p>
            <a:pPr>
              <a:spcBef>
                <a:spcPts val="800"/>
              </a:spcBef>
              <a:defRPr sz="1800"/>
            </a:pPr>
            <a:r>
              <a:t>• Wait for initialization to complete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Install Opta Board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Add Arduino Opta to IDE:</a:t>
            </a:r>
          </a:p>
          <a:p>
            <a:pPr>
              <a:spcBef>
                <a:spcPts val="800"/>
              </a:spcBef>
              <a:defRPr sz="1800"/>
            </a:pPr>
            <a:r>
              <a:t>1. Open Tools → Board → Boards Manager</a:t>
            </a:r>
          </a:p>
          <a:p>
            <a:pPr>
              <a:spcBef>
                <a:spcPts val="800"/>
              </a:spcBef>
              <a:defRPr sz="1800"/>
            </a:pPr>
            <a:r>
              <a:t>2. Search: 'Arduino Mbed OS Opta Boards'</a:t>
            </a:r>
          </a:p>
          <a:p>
            <a:pPr>
              <a:spcBef>
                <a:spcPts val="800"/>
              </a:spcBef>
              <a:defRPr sz="1800"/>
            </a:pPr>
            <a:r>
              <a:t>3. Click Install (may take several minutes)</a:t>
            </a:r>
          </a:p>
          <a:p>
            <a:pPr>
              <a:spcBef>
                <a:spcPts val="800"/>
              </a:spcBef>
              <a:defRPr sz="1800"/>
            </a:pPr>
            <a:r>
              <a:t>4. Wait for download and installation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Verify Installation:</a:t>
            </a:r>
          </a:p>
          <a:p>
            <a:pPr>
              <a:spcBef>
                <a:spcPts val="800"/>
              </a:spcBef>
              <a:defRPr sz="1800"/>
            </a:pPr>
            <a:r>
              <a:t>• Tools → Board → Arduino Mbed OS Opta Boards</a:t>
            </a:r>
          </a:p>
          <a:p>
            <a:pPr>
              <a:spcBef>
                <a:spcPts val="800"/>
              </a:spcBef>
              <a:defRPr sz="1800"/>
            </a:pPr>
            <a:r>
              <a:t>• You should see 'Arduino Opta' option</a:t>
            </a:r>
          </a:p>
          <a:p>
            <a:pPr>
              <a:spcBef>
                <a:spcPts val="800"/>
              </a:spcBef>
              <a:defRPr sz="1800"/>
            </a:pPr>
            <a:r>
              <a:t>• If not visible, restart Arduino 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4. Required Libraries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Install Required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Open Library Manager:</a:t>
            </a:r>
          </a:p>
          <a:p>
            <a:pPr>
              <a:spcBef>
                <a:spcPts val="800"/>
              </a:spcBef>
              <a:defRPr sz="1800"/>
            </a:pPr>
            <a:r>
              <a:t>• Tools → Manage Libraries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Install These Libraries:</a:t>
            </a:r>
          </a:p>
          <a:p>
            <a:pPr>
              <a:spcBef>
                <a:spcPts val="800"/>
              </a:spcBef>
              <a:defRPr sz="1800"/>
            </a:pPr>
            <a:r>
              <a:t>1. ArduinoJson (v7.x or later)</a:t>
            </a:r>
          </a:p>
          <a:p>
            <a:pPr>
              <a:spcBef>
                <a:spcPts val="800"/>
              </a:spcBef>
              <a:defRPr sz="1800"/>
            </a:pPr>
            <a:r>
              <a:t>   Search: 'ArduinoJson'</a:t>
            </a:r>
          </a:p>
          <a:p>
            <a:pPr>
              <a:spcBef>
                <a:spcPts val="800"/>
              </a:spcBef>
              <a:defRPr sz="1800"/>
            </a:pPr>
            <a:r>
              <a:t>   Install: 'ArduinoJson by Benoit Blanchon'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2. Blues Wireless Notecard (latest)</a:t>
            </a:r>
          </a:p>
          <a:p>
            <a:pPr>
              <a:spcBef>
                <a:spcPts val="800"/>
              </a:spcBef>
              <a:defRPr sz="1800"/>
            </a:pPr>
            <a:r>
              <a:t>   Search: 'Notecard'</a:t>
            </a:r>
          </a:p>
          <a:p>
            <a:pPr>
              <a:spcBef>
                <a:spcPts val="800"/>
              </a:spcBef>
              <a:defRPr sz="1800"/>
            </a:pPr>
            <a:r>
              <a:t>   Install: 'Blues Wireless Notecard by Blues Inc.'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3. Built-in (no install needed):</a:t>
            </a:r>
          </a:p>
          <a:p>
            <a:pPr>
              <a:spcBef>
                <a:spcPts val="800"/>
              </a:spcBef>
              <a:defRPr sz="1800"/>
            </a:pPr>
            <a:r>
              <a:t>   • Ethernet, Wire, LittleFS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5. Blues Notehub 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Create Blues Notehub Account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Sign up for Blues Notehub:</a:t>
            </a:r>
          </a:p>
          <a:p>
            <a:pPr>
              <a:spcBef>
                <a:spcPts val="800"/>
              </a:spcBef>
              <a:defRPr sz="1800"/>
            </a:pPr>
            <a:r>
              <a:t>1. Visit: notehub.io</a:t>
            </a:r>
          </a:p>
          <a:p>
            <a:pPr>
              <a:spcBef>
                <a:spcPts val="800"/>
              </a:spcBef>
              <a:defRPr sz="1800"/>
            </a:pPr>
            <a:r>
              <a:t>2. Click 'Sign Up' (free account available)</a:t>
            </a:r>
          </a:p>
          <a:p>
            <a:pPr>
              <a:spcBef>
                <a:spcPts val="800"/>
              </a:spcBef>
              <a:defRPr sz="1800"/>
            </a:pPr>
            <a:r>
              <a:t>3. Verify email address</a:t>
            </a:r>
          </a:p>
          <a:p>
            <a:pPr>
              <a:spcBef>
                <a:spcPts val="800"/>
              </a:spcBef>
              <a:defRPr sz="1800"/>
            </a:pPr>
            <a:r>
              <a:t>4. Log in to Notehub dashboard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Create a Product:</a:t>
            </a:r>
          </a:p>
          <a:p>
            <a:pPr>
              <a:spcBef>
                <a:spcPts val="800"/>
              </a:spcBef>
              <a:defRPr sz="1800"/>
            </a:pPr>
            <a:r>
              <a:t>1. Click '+ New Product'</a:t>
            </a:r>
          </a:p>
          <a:p>
            <a:pPr>
              <a:spcBef>
                <a:spcPts val="800"/>
              </a:spcBef>
              <a:defRPr sz="1800"/>
            </a:pPr>
            <a:r>
              <a:t>2. Name: 'TankAlarm System' (or your choice)</a:t>
            </a:r>
          </a:p>
          <a:p>
            <a:pPr>
              <a:spcBef>
                <a:spcPts val="800"/>
              </a:spcBef>
              <a:defRPr sz="1800"/>
            </a:pPr>
            <a:r>
              <a:t>3. Note the Product UID</a:t>
            </a:r>
          </a:p>
          <a:p>
            <a:pPr>
              <a:spcBef>
                <a:spcPts val="800"/>
              </a:spcBef>
              <a:defRPr sz="1800"/>
            </a:pPr>
            <a:r>
              <a:t>   Format: com.company.product:project</a:t>
            </a:r>
          </a:p>
          <a:p>
            <a:pPr>
              <a:spcBef>
                <a:spcPts val="800"/>
              </a:spcBef>
              <a:defRPr sz="1800"/>
            </a:pPr>
            <a:r>
              <a:t>4. You'll need this for device configuration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Create Device Fleets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Fleet-based communication setup: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Create Server Fleet:</a:t>
            </a:r>
          </a:p>
          <a:p>
            <a:pPr>
              <a:spcBef>
                <a:spcPts val="800"/>
              </a:spcBef>
              <a:defRPr sz="1800"/>
            </a:pPr>
            <a:r>
              <a:t>1. Go to Fleets → Create Fleet</a:t>
            </a:r>
          </a:p>
          <a:p>
            <a:pPr>
              <a:spcBef>
                <a:spcPts val="800"/>
              </a:spcBef>
              <a:defRPr sz="1800"/>
            </a:pPr>
            <a:r>
              <a:t>2. Name: 'tankalarm-server'</a:t>
            </a:r>
          </a:p>
          <a:p>
            <a:pPr>
              <a:spcBef>
                <a:spcPts val="800"/>
              </a:spcBef>
              <a:defRPr sz="1800"/>
            </a:pPr>
            <a:r>
              <a:t>3. Description: 'Base station server'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Create Client Fleet:</a:t>
            </a:r>
          </a:p>
          <a:p>
            <a:pPr>
              <a:spcBef>
                <a:spcPts val="800"/>
              </a:spcBef>
              <a:defRPr sz="1800"/>
            </a:pPr>
            <a:r>
              <a:t>1. Go to Fleets → Create Fleet</a:t>
            </a:r>
          </a:p>
          <a:p>
            <a:pPr>
              <a:spcBef>
                <a:spcPts val="800"/>
              </a:spcBef>
              <a:defRPr sz="1800"/>
            </a:pPr>
            <a:r>
              <a:t>2. Name: 'tankalarm-clients'</a:t>
            </a:r>
          </a:p>
          <a:p>
            <a:pPr>
              <a:spcBef>
                <a:spcPts val="800"/>
              </a:spcBef>
              <a:defRPr sz="1800"/>
            </a:pPr>
            <a:r>
              <a:t>3. Description: 'Field monitoring devices'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Benefits:</a:t>
            </a:r>
          </a:p>
          <a:p>
            <a:pPr>
              <a:spcBef>
                <a:spcPts val="800"/>
              </a:spcBef>
              <a:defRPr sz="1800"/>
            </a:pPr>
            <a:r>
              <a:t>• No manual route configuration needed</a:t>
            </a:r>
          </a:p>
          <a:p>
            <a:pPr>
              <a:spcBef>
                <a:spcPts val="800"/>
              </a:spcBef>
              <a:defRPr sz="1800"/>
            </a:pPr>
            <a:r>
              <a:t>• Automatic device-to-device messaging</a:t>
            </a:r>
          </a:p>
          <a:p>
            <a:pPr>
              <a:spcBef>
                <a:spcPts val="800"/>
              </a:spcBef>
              <a:defRPr sz="1800"/>
            </a:pPr>
            <a:r>
              <a:t>• Easy to scale with more devices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Provision Notecards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Add Notecards to your Product: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For each device:</a:t>
            </a:r>
          </a:p>
          <a:p>
            <a:pPr>
              <a:spcBef>
                <a:spcPts val="800"/>
              </a:spcBef>
              <a:defRPr sz="1800"/>
            </a:pPr>
            <a:r>
              <a:t>1. Power on the Arduino Opta with Notecard</a:t>
            </a:r>
          </a:p>
          <a:p>
            <a:pPr>
              <a:spcBef>
                <a:spcPts val="800"/>
              </a:spcBef>
              <a:defRPr sz="1800"/>
            </a:pPr>
            <a:r>
              <a:t>2. In Notehub, go to Devices</a:t>
            </a:r>
          </a:p>
          <a:p>
            <a:pPr>
              <a:spcBef>
                <a:spcPts val="800"/>
              </a:spcBef>
              <a:defRPr sz="1800"/>
            </a:pPr>
            <a:r>
              <a:t>3. The Notecard should appear automatically</a:t>
            </a:r>
          </a:p>
          <a:p>
            <a:pPr>
              <a:spcBef>
                <a:spcPts val="800"/>
              </a:spcBef>
              <a:defRPr sz="1800"/>
            </a:pPr>
            <a:r>
              <a:t>4. Click 'Claim Device'</a:t>
            </a:r>
          </a:p>
          <a:p>
            <a:pPr>
              <a:spcBef>
                <a:spcPts val="800"/>
              </a:spcBef>
              <a:defRPr sz="1800"/>
            </a:pPr>
            <a:r>
              <a:t>5. Assign to appropriate fleet:</a:t>
            </a:r>
          </a:p>
          <a:p>
            <a:pPr>
              <a:spcBef>
                <a:spcPts val="800"/>
              </a:spcBef>
              <a:defRPr sz="1800"/>
            </a:pPr>
            <a:r>
              <a:t>   • Server → 'tankalarm-server' fleet</a:t>
            </a:r>
          </a:p>
          <a:p>
            <a:pPr>
              <a:spcBef>
                <a:spcPts val="800"/>
              </a:spcBef>
              <a:defRPr sz="1800"/>
            </a:pPr>
            <a:r>
              <a:t>   • Clients → 'tankalarm-clients' fleet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Note the Device UID:</a:t>
            </a:r>
          </a:p>
          <a:p>
            <a:pPr>
              <a:spcBef>
                <a:spcPts val="800"/>
              </a:spcBef>
              <a:defRPr sz="1800"/>
            </a:pPr>
            <a:r>
              <a:t>• Format: dev:xxxxxxxxxxxxxxxxxx</a:t>
            </a:r>
          </a:p>
          <a:p>
            <a:pPr>
              <a:spcBef>
                <a:spcPts val="800"/>
              </a:spcBef>
              <a:defRPr sz="1800"/>
            </a:pPr>
            <a:r>
              <a:t>• You'll need this for configuration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6. Client Device Wiring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Client Wiring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Connection Steps:</a:t>
            </a:r>
          </a:p>
          <a:p>
            <a:pPr>
              <a:spcBef>
                <a:spcPts val="800"/>
              </a:spcBef>
              <a:defRPr sz="1800"/>
            </a:pPr>
            <a:r>
              <a:t>1. Install Blues Wireless for Opta on Opta Lite</a:t>
            </a:r>
          </a:p>
          <a:p>
            <a:pPr>
              <a:spcBef>
                <a:spcPts val="800"/>
              </a:spcBef>
              <a:defRPr sz="1800"/>
            </a:pPr>
            <a:r>
              <a:t>2. Connect Opta Ext A0602 expansion module</a:t>
            </a:r>
          </a:p>
          <a:p>
            <a:pPr>
              <a:spcBef>
                <a:spcPts val="800"/>
              </a:spcBef>
              <a:defRPr sz="1800"/>
            </a:pPr>
            <a:r>
              <a:t>3. Wire analog sensors to expansion inputs</a:t>
            </a:r>
          </a:p>
          <a:p>
            <a:pPr>
              <a:spcBef>
                <a:spcPts val="800"/>
              </a:spcBef>
              <a:defRPr sz="1800"/>
            </a:pPr>
            <a:r>
              <a:t>4. Connect 24V DC power supply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Sensor Wiring Options:</a:t>
            </a:r>
          </a:p>
          <a:p>
            <a:pPr>
              <a:spcBef>
                <a:spcPts val="800"/>
              </a:spcBef>
              <a:defRPr sz="1800"/>
            </a:pPr>
            <a:r>
              <a:t>• Analog voltage sensors (0-10V)</a:t>
            </a:r>
          </a:p>
          <a:p>
            <a:pPr>
              <a:spcBef>
                <a:spcPts val="800"/>
              </a:spcBef>
              <a:defRPr sz="1800"/>
            </a:pPr>
            <a:r>
              <a:t>• 4-20mA current loop sensors</a:t>
            </a:r>
          </a:p>
          <a:p>
            <a:pPr>
              <a:spcBef>
                <a:spcPts val="800"/>
              </a:spcBef>
              <a:defRPr sz="1800"/>
            </a:pPr>
            <a:r>
              <a:t>• Digital pulse sensors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Important:</a:t>
            </a:r>
          </a:p>
          <a:p>
            <a:pPr>
              <a:spcBef>
                <a:spcPts val="800"/>
              </a:spcBef>
              <a:defRPr sz="1800"/>
            </a:pPr>
            <a:r>
              <a:t>• Do not exceed voltage ratings</a:t>
            </a:r>
          </a:p>
          <a:p>
            <a:pPr>
              <a:spcBef>
                <a:spcPts val="800"/>
              </a:spcBef>
              <a:defRPr sz="1800"/>
            </a:pPr>
            <a:r>
              <a:t>• Verify sensor polarity</a:t>
            </a:r>
          </a:p>
          <a:p>
            <a:pPr>
              <a:spcBef>
                <a:spcPts val="800"/>
              </a:spcBef>
              <a:defRPr sz="1800"/>
            </a:pPr>
            <a:r>
              <a:t>• Use shielded cable for long sensor runs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Analog Sensor Connections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Using Opta Ext A0602 Expansion: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For each tank sensor:</a:t>
            </a:r>
          </a:p>
          <a:p>
            <a:pPr>
              <a:spcBef>
                <a:spcPts val="800"/>
              </a:spcBef>
              <a:defRPr sz="1800"/>
            </a:pPr>
            <a:r>
              <a:t>1. Connect sensor signal to input terminal</a:t>
            </a:r>
          </a:p>
          <a:p>
            <a:pPr>
              <a:spcBef>
                <a:spcPts val="800"/>
              </a:spcBef>
              <a:defRPr sz="1800"/>
            </a:pPr>
            <a:r>
              <a:t>   • Channel 0-7 (up to 8 sensors)</a:t>
            </a:r>
          </a:p>
          <a:p>
            <a:pPr>
              <a:spcBef>
                <a:spcPts val="800"/>
              </a:spcBef>
              <a:defRPr sz="1800"/>
            </a:pPr>
            <a:r>
              <a:t>2. Connect sensor ground to GND</a:t>
            </a:r>
          </a:p>
          <a:p>
            <a:pPr>
              <a:spcBef>
                <a:spcPts val="800"/>
              </a:spcBef>
              <a:defRPr sz="1800"/>
            </a:pPr>
            <a:r>
              <a:t>3. Provide sensor excitation voltage if needed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Configuration:</a:t>
            </a:r>
          </a:p>
          <a:p>
            <a:pPr>
              <a:spcBef>
                <a:spcPts val="800"/>
              </a:spcBef>
              <a:defRPr sz="1800"/>
            </a:pPr>
            <a:r>
              <a:t>• Set sensor type in web interface</a:t>
            </a:r>
          </a:p>
          <a:p>
            <a:pPr>
              <a:spcBef>
                <a:spcPts val="800"/>
              </a:spcBef>
              <a:defRPr sz="1800"/>
            </a:pPr>
            <a:r>
              <a:t>• Configure input pin mapping</a:t>
            </a:r>
          </a:p>
          <a:p>
            <a:pPr>
              <a:spcBef>
                <a:spcPts val="800"/>
              </a:spcBef>
              <a:defRPr sz="1800"/>
            </a:pPr>
            <a:r>
              <a:t>• Set calibration values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Supported Sensor Types:</a:t>
            </a:r>
          </a:p>
          <a:p>
            <a:pPr>
              <a:spcBef>
                <a:spcPts val="800"/>
              </a:spcBef>
              <a:defRPr sz="1800"/>
            </a:pPr>
            <a:r>
              <a:t>• Analog voltage (ratiometric)</a:t>
            </a:r>
          </a:p>
          <a:p>
            <a:pPr>
              <a:spcBef>
                <a:spcPts val="800"/>
              </a:spcBef>
              <a:defRPr sz="1800"/>
            </a:pPr>
            <a:r>
              <a:t>• 4-20mA current loop</a:t>
            </a:r>
          </a:p>
          <a:p>
            <a:pPr>
              <a:spcBef>
                <a:spcPts val="800"/>
              </a:spcBef>
              <a:defRPr sz="1800"/>
            </a:pPr>
            <a:r>
              <a:t>• Ultrasonic level sensors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7. Server Device Wiring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Server Wiring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Connection Steps:</a:t>
            </a:r>
          </a:p>
          <a:p>
            <a:pPr>
              <a:spcBef>
                <a:spcPts val="800"/>
              </a:spcBef>
              <a:defRPr sz="1800"/>
            </a:pPr>
            <a:r>
              <a:t>1. Install Blues Wireless for Opta on Opta Lite</a:t>
            </a:r>
          </a:p>
          <a:p>
            <a:pPr>
              <a:spcBef>
                <a:spcPts val="800"/>
              </a:spcBef>
              <a:defRPr sz="1800"/>
            </a:pPr>
            <a:r>
              <a:t>2. Connect Ethernet cable to RJ45 port</a:t>
            </a:r>
          </a:p>
          <a:p>
            <a:pPr>
              <a:spcBef>
                <a:spcPts val="800"/>
              </a:spcBef>
              <a:defRPr sz="1800"/>
            </a:pPr>
            <a:r>
              <a:t>3. Connect 12-24V DC power supply</a:t>
            </a:r>
          </a:p>
          <a:p>
            <a:pPr>
              <a:spcBef>
                <a:spcPts val="800"/>
              </a:spcBef>
              <a:defRPr sz="1800"/>
            </a:pPr>
            <a:r>
              <a:t>4. No sensor expansion needed for server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Network Connection:</a:t>
            </a:r>
          </a:p>
          <a:p>
            <a:pPr>
              <a:spcBef>
                <a:spcPts val="800"/>
              </a:spcBef>
              <a:defRPr sz="1800"/>
            </a:pPr>
            <a:r>
              <a:t>• Connect to local network switch/router</a:t>
            </a:r>
          </a:p>
          <a:p>
            <a:pPr>
              <a:spcBef>
                <a:spcPts val="800"/>
              </a:spcBef>
              <a:defRPr sz="1800"/>
            </a:pPr>
            <a:r>
              <a:t>• DHCP will assign IP address</a:t>
            </a:r>
          </a:p>
          <a:p>
            <a:pPr>
              <a:spcBef>
                <a:spcPts val="800"/>
              </a:spcBef>
              <a:defRPr sz="1800"/>
            </a:pPr>
            <a:r>
              <a:t>• Or configure static IP in code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Power Requirements:</a:t>
            </a:r>
          </a:p>
          <a:p>
            <a:pPr>
              <a:spcBef>
                <a:spcPts val="800"/>
              </a:spcBef>
              <a:defRPr sz="1800"/>
            </a:pPr>
            <a:r>
              <a:t>• 12-24V DC, 1A minimum</a:t>
            </a:r>
          </a:p>
          <a:p>
            <a:pPr>
              <a:spcBef>
                <a:spcPts val="800"/>
              </a:spcBef>
              <a:defRPr sz="1800"/>
            </a:pPr>
            <a:r>
              <a:t>• Use industrial-grade power supply</a:t>
            </a:r>
          </a:p>
          <a:p>
            <a:pPr>
              <a:spcBef>
                <a:spcPts val="800"/>
              </a:spcBef>
              <a:defRPr sz="1800"/>
            </a:pPr>
            <a:r>
              <a:t>• Consider UPS for critical installations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8. Upload Client Firmware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Open Client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Load the client code:</a:t>
            </a:r>
          </a:p>
          <a:p>
            <a:pPr>
              <a:spcBef>
                <a:spcPts val="800"/>
              </a:spcBef>
              <a:defRPr sz="1800"/>
            </a:pPr>
            <a:r>
              <a:t>1. Download/clone repository from GitHub</a:t>
            </a:r>
          </a:p>
          <a:p>
            <a:pPr>
              <a:spcBef>
                <a:spcPts val="800"/>
              </a:spcBef>
              <a:defRPr sz="1800"/>
            </a:pPr>
            <a:r>
              <a:t>2. Navigate to folder:</a:t>
            </a:r>
          </a:p>
          <a:p>
            <a:pPr>
              <a:spcBef>
                <a:spcPts val="800"/>
              </a:spcBef>
              <a:defRPr sz="1800"/>
            </a:pPr>
            <a:r>
              <a:t>   TankAlarm-112025-Client-BluesOpta/</a:t>
            </a:r>
          </a:p>
          <a:p>
            <a:pPr>
              <a:spcBef>
                <a:spcPts val="800"/>
              </a:spcBef>
              <a:defRPr sz="1800"/>
            </a:pPr>
            <a:r>
              <a:t>3. Open file:</a:t>
            </a:r>
          </a:p>
          <a:p>
            <a:pPr>
              <a:spcBef>
                <a:spcPts val="800"/>
              </a:spcBef>
              <a:defRPr sz="1800"/>
            </a:pPr>
            <a:r>
              <a:t>   TankAlarm-112025-Client-BluesOpta.ino</a:t>
            </a:r>
          </a:p>
          <a:p>
            <a:pPr>
              <a:spcBef>
                <a:spcPts val="800"/>
              </a:spcBef>
              <a:defRPr sz="1800"/>
            </a:pPr>
            <a:r>
              <a:t>4. Arduino IDE will open the sketch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Configure Product UID:</a:t>
            </a:r>
          </a:p>
          <a:p>
            <a:pPr>
              <a:spcBef>
                <a:spcPts val="800"/>
              </a:spcBef>
              <a:defRPr sz="1800"/>
            </a:pPr>
            <a:r>
              <a:t>1. Find this line near the top:</a:t>
            </a:r>
          </a:p>
          <a:p>
            <a:pPr>
              <a:spcBef>
                <a:spcPts val="800"/>
              </a:spcBef>
              <a:defRPr sz="1800"/>
            </a:pPr>
            <a:r>
              <a:t>   #define PRODUCT_UID</a:t>
            </a:r>
          </a:p>
          <a:p>
            <a:pPr>
              <a:spcBef>
                <a:spcPts val="800"/>
              </a:spcBef>
              <a:defRPr sz="1800"/>
            </a:pPr>
            <a:r>
              <a:t>2. Replace with your Notehub Product UID</a:t>
            </a:r>
          </a:p>
          <a:p>
            <a:pPr>
              <a:spcBef>
                <a:spcPts val="800"/>
              </a:spcBef>
              <a:defRPr sz="1800"/>
            </a:pPr>
            <a:r>
              <a:t>3. Format: "com.company.product:project"</a:t>
            </a:r>
          </a:p>
          <a:p>
            <a:pPr>
              <a:spcBef>
                <a:spcPts val="800"/>
              </a:spcBef>
              <a:defRPr sz="1800"/>
            </a:pPr>
            <a:r>
              <a:t>4. Save the file (Ctrl+S)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Compile and Upload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Select Board:</a:t>
            </a:r>
          </a:p>
          <a:p>
            <a:pPr>
              <a:spcBef>
                <a:spcPts val="800"/>
              </a:spcBef>
              <a:defRPr sz="1800"/>
            </a:pPr>
            <a:r>
              <a:t>1. Tools → Board → Arduino Mbed OS Opta Boards</a:t>
            </a:r>
          </a:p>
          <a:p>
            <a:pPr>
              <a:spcBef>
                <a:spcPts val="800"/>
              </a:spcBef>
              <a:defRPr sz="1800"/>
            </a:pPr>
            <a:r>
              <a:t>2. Select 'Arduino Opta'</a:t>
            </a:r>
          </a:p>
          <a:p>
            <a:pPr>
              <a:spcBef>
                <a:spcPts val="800"/>
              </a:spcBef>
              <a:defRPr sz="1800"/>
            </a:pPr>
            <a:r>
              <a:t>3. Tools → Port → Select Opta COM port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Compile:</a:t>
            </a:r>
          </a:p>
          <a:p>
            <a:pPr>
              <a:spcBef>
                <a:spcPts val="800"/>
              </a:spcBef>
              <a:defRPr sz="1800"/>
            </a:pPr>
            <a:r>
              <a:t>1. Click Verify (✓) button</a:t>
            </a:r>
          </a:p>
          <a:p>
            <a:pPr>
              <a:spcBef>
                <a:spcPts val="800"/>
              </a:spcBef>
              <a:defRPr sz="1800"/>
            </a:pPr>
            <a:r>
              <a:t>2. Wait for compilation</a:t>
            </a:r>
          </a:p>
          <a:p>
            <a:pPr>
              <a:spcBef>
                <a:spcPts val="800"/>
              </a:spcBef>
              <a:defRPr sz="1800"/>
            </a:pPr>
            <a:r>
              <a:t>3. Check for errors in console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Upload:</a:t>
            </a:r>
          </a:p>
          <a:p>
            <a:pPr>
              <a:spcBef>
                <a:spcPts val="800"/>
              </a:spcBef>
              <a:defRPr sz="1800"/>
            </a:pPr>
            <a:r>
              <a:t>1. Click Upload (→) button</a:t>
            </a:r>
          </a:p>
          <a:p>
            <a:pPr>
              <a:spcBef>
                <a:spcPts val="800"/>
              </a:spcBef>
              <a:defRPr sz="1800"/>
            </a:pPr>
            <a:r>
              <a:t>2. Wait for upload to complete</a:t>
            </a:r>
          </a:p>
          <a:p>
            <a:pPr>
              <a:spcBef>
                <a:spcPts val="800"/>
              </a:spcBef>
              <a:defRPr sz="1800"/>
            </a:pPr>
            <a:r>
              <a:t>3. Success: 'Upload complete' message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Typical memory usage: 60-80% flash, 40-60% RAM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Verify Client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Open Serial Monitor:</a:t>
            </a:r>
          </a:p>
          <a:p>
            <a:pPr>
              <a:spcBef>
                <a:spcPts val="800"/>
              </a:spcBef>
              <a:defRPr sz="1800"/>
            </a:pPr>
            <a:r>
              <a:t>1. Tools → Serial Monitor (Ctrl+Shift+M)</a:t>
            </a:r>
          </a:p>
          <a:p>
            <a:pPr>
              <a:spcBef>
                <a:spcPts val="800"/>
              </a:spcBef>
              <a:defRPr sz="1800"/>
            </a:pPr>
            <a:r>
              <a:t>2. Set baud rate: 115200</a:t>
            </a:r>
          </a:p>
          <a:p>
            <a:pPr>
              <a:spcBef>
                <a:spcPts val="800"/>
              </a:spcBef>
              <a:defRPr sz="1800"/>
            </a:pPr>
            <a:r>
              <a:t>3. Press Reset button on Opta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Expected Output:</a:t>
            </a:r>
          </a:p>
          <a:p>
            <a:pPr>
              <a:spcBef>
                <a:spcPts val="800"/>
              </a:spcBef>
              <a:defRPr sz="1800"/>
            </a:pPr>
            <a:r>
              <a:t>• 'TankAlarm 112025 Client - Blues Opta'</a:t>
            </a:r>
          </a:p>
          <a:p>
            <a:pPr>
              <a:spcBef>
                <a:spcPts val="800"/>
              </a:spcBef>
              <a:defRPr sz="1800"/>
            </a:pPr>
            <a:r>
              <a:t>• 'LittleFS initialized'</a:t>
            </a:r>
          </a:p>
          <a:p>
            <a:pPr>
              <a:spcBef>
                <a:spcPts val="800"/>
              </a:spcBef>
              <a:defRPr sz="1800"/>
            </a:pPr>
            <a:r>
              <a:t>• 'Notecard UID: dev:xxxxx...'</a:t>
            </a:r>
          </a:p>
          <a:p>
            <a:pPr>
              <a:spcBef>
                <a:spcPts val="800"/>
              </a:spcBef>
              <a:defRPr sz="1800"/>
            </a:pPr>
            <a:r>
              <a:t>• 'Configuration loaded from flash'</a:t>
            </a:r>
          </a:p>
          <a:p>
            <a:pPr>
              <a:spcBef>
                <a:spcPts val="800"/>
              </a:spcBef>
              <a:defRPr sz="1800"/>
            </a:pPr>
            <a:r>
              <a:t>• Hardware requirements listed</a:t>
            </a:r>
          </a:p>
          <a:p>
            <a:pPr>
              <a:spcBef>
                <a:spcPts val="800"/>
              </a:spcBef>
              <a:defRPr sz="1800"/>
            </a:pPr>
            <a:r>
              <a:t>• Initial sensor readings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If errors occur:</a:t>
            </a:r>
          </a:p>
          <a:p>
            <a:pPr>
              <a:spcBef>
                <a:spcPts val="800"/>
              </a:spcBef>
              <a:defRPr sz="1800"/>
            </a:pPr>
            <a:r>
              <a:t>• Check library installation</a:t>
            </a:r>
          </a:p>
          <a:p>
            <a:pPr>
              <a:spcBef>
                <a:spcPts val="800"/>
              </a:spcBef>
              <a:defRPr sz="1800"/>
            </a:pPr>
            <a:r>
              <a:t>• Verify board selection</a:t>
            </a:r>
          </a:p>
          <a:p>
            <a:pPr>
              <a:spcBef>
                <a:spcPts val="800"/>
              </a:spcBef>
              <a:defRPr sz="1800"/>
            </a:pPr>
            <a:r>
              <a:t>• Check Notecard connection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9. Upload Server Firmware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Open Server Sketch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Load the server code:</a:t>
            </a:r>
          </a:p>
          <a:p>
            <a:pPr>
              <a:spcBef>
                <a:spcPts val="800"/>
              </a:spcBef>
              <a:defRPr sz="1800"/>
            </a:pPr>
            <a:r>
              <a:t>1. Navigate to folder:</a:t>
            </a:r>
          </a:p>
          <a:p>
            <a:pPr>
              <a:spcBef>
                <a:spcPts val="800"/>
              </a:spcBef>
              <a:defRPr sz="1800"/>
            </a:pPr>
            <a:r>
              <a:t>   TankAlarm-112025-Server-BluesOpta/</a:t>
            </a:r>
          </a:p>
          <a:p>
            <a:pPr>
              <a:spcBef>
                <a:spcPts val="800"/>
              </a:spcBef>
              <a:defRPr sz="1800"/>
            </a:pPr>
            <a:r>
              <a:t>2. Open file:</a:t>
            </a:r>
          </a:p>
          <a:p>
            <a:pPr>
              <a:spcBef>
                <a:spcPts val="800"/>
              </a:spcBef>
              <a:defRPr sz="1800"/>
            </a:pPr>
            <a:r>
              <a:t>   TankAlarm-112025-Server-BluesOpta.ino</a:t>
            </a:r>
          </a:p>
          <a:p>
            <a:pPr>
              <a:spcBef>
                <a:spcPts val="800"/>
              </a:spcBef>
              <a:defRPr sz="1800"/>
            </a:pPr>
            <a:r>
              <a:t>3. Arduino IDE will open the sketch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Configure Product UID:</a:t>
            </a:r>
          </a:p>
          <a:p>
            <a:pPr>
              <a:spcBef>
                <a:spcPts val="800"/>
              </a:spcBef>
              <a:defRPr sz="1800"/>
            </a:pPr>
            <a:r>
              <a:t>1. Find this line near the top:</a:t>
            </a:r>
          </a:p>
          <a:p>
            <a:pPr>
              <a:spcBef>
                <a:spcPts val="800"/>
              </a:spcBef>
              <a:defRPr sz="1800"/>
            </a:pPr>
            <a:r>
              <a:t>   #define SERVER_PRODUCT_UID</a:t>
            </a:r>
          </a:p>
          <a:p>
            <a:pPr>
              <a:spcBef>
                <a:spcPts val="800"/>
              </a:spcBef>
              <a:defRPr sz="1800"/>
            </a:pPr>
            <a:r>
              <a:t>2. Replace with your Notehub Product UID</a:t>
            </a:r>
          </a:p>
          <a:p>
            <a:pPr>
              <a:spcBef>
                <a:spcPts val="800"/>
              </a:spcBef>
              <a:defRPr sz="1800"/>
            </a:pPr>
            <a:r>
              <a:t>3. Must match client Product UID</a:t>
            </a:r>
          </a:p>
          <a:p>
            <a:pPr>
              <a:spcBef>
                <a:spcPts val="800"/>
              </a:spcBef>
              <a:defRPr sz="1800"/>
            </a:pPr>
            <a:r>
              <a:t>4. Save the file (Ctrl+S)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Compile and Upload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Follow same steps as client:</a:t>
            </a:r>
          </a:p>
          <a:p>
            <a:pPr>
              <a:spcBef>
                <a:spcPts val="800"/>
              </a:spcBef>
              <a:defRPr sz="1800"/>
            </a:pPr>
            <a:r>
              <a:t>1. Select Board: Arduino Opta</a:t>
            </a:r>
          </a:p>
          <a:p>
            <a:pPr>
              <a:spcBef>
                <a:spcPts val="800"/>
              </a:spcBef>
              <a:defRPr sz="1800"/>
            </a:pPr>
            <a:r>
              <a:t>2. Select Port: Opta COM port</a:t>
            </a:r>
          </a:p>
          <a:p>
            <a:pPr>
              <a:spcBef>
                <a:spcPts val="800"/>
              </a:spcBef>
              <a:defRPr sz="1800"/>
            </a:pPr>
            <a:r>
              <a:t>3. Click Verify (✓)</a:t>
            </a:r>
          </a:p>
          <a:p>
            <a:pPr>
              <a:spcBef>
                <a:spcPts val="800"/>
              </a:spcBef>
              <a:defRPr sz="1800"/>
            </a:pPr>
            <a:r>
              <a:t>4. Click Upload (→)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Note:</a:t>
            </a:r>
          </a:p>
          <a:p>
            <a:pPr>
              <a:spcBef>
                <a:spcPts val="800"/>
              </a:spcBef>
              <a:defRPr sz="1800"/>
            </a:pPr>
            <a:r>
              <a:t>• Server sketch is larger than client</a:t>
            </a:r>
          </a:p>
          <a:p>
            <a:pPr>
              <a:spcBef>
                <a:spcPts val="800"/>
              </a:spcBef>
              <a:defRPr sz="1800"/>
            </a:pPr>
            <a:r>
              <a:t>• May use 70-85% flash memory</a:t>
            </a:r>
          </a:p>
          <a:p>
            <a:pPr>
              <a:spcBef>
                <a:spcPts val="800"/>
              </a:spcBef>
              <a:defRPr sz="1800"/>
            </a:pPr>
            <a:r>
              <a:t>• This is normal and expected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After upload:</a:t>
            </a:r>
          </a:p>
          <a:p>
            <a:pPr>
              <a:spcBef>
                <a:spcPts val="800"/>
              </a:spcBef>
              <a:defRPr sz="1800"/>
            </a:pPr>
            <a:r>
              <a:t>1. Disconnect USB (optional)</a:t>
            </a:r>
          </a:p>
          <a:p>
            <a:pPr>
              <a:spcBef>
                <a:spcPts val="800"/>
              </a:spcBef>
              <a:defRPr sz="1800"/>
            </a:pPr>
            <a:r>
              <a:t>2. Connect Ethernet cable</a:t>
            </a:r>
          </a:p>
          <a:p>
            <a:pPr>
              <a:spcBef>
                <a:spcPts val="800"/>
              </a:spcBef>
              <a:defRPr sz="1800"/>
            </a:pPr>
            <a:r>
              <a:t>3. Apply power (12-24V DC)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Verify Server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Check Serial Monitor (if USB connected):</a:t>
            </a:r>
          </a:p>
          <a:p>
            <a:pPr>
              <a:spcBef>
                <a:spcPts val="800"/>
              </a:spcBef>
              <a:defRPr sz="1800"/>
            </a:pPr>
            <a:r>
              <a:t>• 'TankAlarm 112025 Server - Blues Opta'</a:t>
            </a:r>
          </a:p>
          <a:p>
            <a:pPr>
              <a:spcBef>
                <a:spcPts val="800"/>
              </a:spcBef>
              <a:defRPr sz="1800"/>
            </a:pPr>
            <a:r>
              <a:t>• 'LittleFS initialized'</a:t>
            </a:r>
          </a:p>
          <a:p>
            <a:pPr>
              <a:spcBef>
                <a:spcPts val="800"/>
              </a:spcBef>
              <a:defRPr sz="1800"/>
            </a:pPr>
            <a:r>
              <a:t>• 'Notecard UID: dev:xxxxx...'</a:t>
            </a:r>
          </a:p>
          <a:p>
            <a:pPr>
              <a:spcBef>
                <a:spcPts val="800"/>
              </a:spcBef>
              <a:defRPr sz="1800"/>
            </a:pPr>
            <a:r>
              <a:t>• 'Ethernet connected'</a:t>
            </a:r>
          </a:p>
          <a:p>
            <a:pPr>
              <a:spcBef>
                <a:spcPts val="800"/>
              </a:spcBef>
              <a:defRPr sz="1800"/>
            </a:pPr>
            <a:r>
              <a:t>• 'IP address: xxx.xxx.xxx.xxx'</a:t>
            </a:r>
          </a:p>
          <a:p>
            <a:pPr>
              <a:spcBef>
                <a:spcPts val="800"/>
              </a:spcBef>
              <a:defRPr sz="1800"/>
            </a:pPr>
            <a:r>
              <a:t>• 'Server listening on port 80'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Note the IP Address!</a:t>
            </a:r>
          </a:p>
          <a:p>
            <a:pPr>
              <a:spcBef>
                <a:spcPts val="800"/>
              </a:spcBef>
              <a:defRPr sz="1800"/>
            </a:pPr>
            <a:r>
              <a:t>• You'll need this to access web dashboard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If no serial access:</a:t>
            </a:r>
          </a:p>
          <a:p>
            <a:pPr>
              <a:spcBef>
                <a:spcPts val="800"/>
              </a:spcBef>
              <a:defRPr sz="1800"/>
            </a:pPr>
            <a:r>
              <a:t>• Check your router's DHCP client list</a:t>
            </a:r>
          </a:p>
          <a:p>
            <a:pPr>
              <a:spcBef>
                <a:spcPts val="800"/>
              </a:spcBef>
              <a:defRPr sz="1800"/>
            </a:pPr>
            <a:r>
              <a:t>• Look for 'Arduino Opta' device</a:t>
            </a:r>
          </a:p>
          <a:p>
            <a:pPr>
              <a:spcBef>
                <a:spcPts val="800"/>
              </a:spcBef>
              <a:defRPr sz="1800"/>
            </a:pPr>
            <a:r>
              <a:t>• Try common IP ranges: 192.168.1.x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10. Server Web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Server Dashboard - Overview</a:t>
            </a:r>
          </a:p>
        </p:txBody>
      </p:sp>
      <p:pic>
        <p:nvPicPr>
          <p:cNvPr id="3" name="Picture 2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5206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Real-time tank levels, alarm status, and last update times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Access the Web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Open web browser on your network:</a:t>
            </a:r>
          </a:p>
          <a:p>
            <a:pPr>
              <a:spcBef>
                <a:spcPts val="800"/>
              </a:spcBef>
              <a:defRPr sz="1800"/>
            </a:pPr>
            <a:r>
              <a:t>1. Enter server IP address:</a:t>
            </a:r>
          </a:p>
          <a:p>
            <a:pPr>
              <a:spcBef>
                <a:spcPts val="800"/>
              </a:spcBef>
              <a:defRPr sz="1800"/>
            </a:pPr>
            <a:r>
              <a:t>   http://192.168.1.xxx/</a:t>
            </a:r>
          </a:p>
          <a:p>
            <a:pPr>
              <a:spcBef>
                <a:spcPts val="800"/>
              </a:spcBef>
              <a:defRPr sz="1800"/>
            </a:pPr>
            <a:r>
              <a:t>2. Dashboard should load immediately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Dashboard Features:</a:t>
            </a:r>
          </a:p>
          <a:p>
            <a:pPr>
              <a:spcBef>
                <a:spcPts val="800"/>
              </a:spcBef>
              <a:defRPr sz="1800"/>
            </a:pPr>
            <a:r>
              <a:t>• Real-time tank level display</a:t>
            </a:r>
          </a:p>
          <a:p>
            <a:pPr>
              <a:spcBef>
                <a:spcPts val="800"/>
              </a:spcBef>
              <a:defRPr sz="1800"/>
            </a:pPr>
            <a:r>
              <a:t>• Current alarm status</a:t>
            </a:r>
          </a:p>
          <a:p>
            <a:pPr>
              <a:spcBef>
                <a:spcPts val="800"/>
              </a:spcBef>
              <a:defRPr sz="1800"/>
            </a:pPr>
            <a:r>
              <a:t>• Last update timestamp for each client</a:t>
            </a:r>
          </a:p>
          <a:p>
            <a:pPr>
              <a:spcBef>
                <a:spcPts val="800"/>
              </a:spcBef>
              <a:defRPr sz="1800"/>
            </a:pPr>
            <a:r>
              <a:t>• Client configuration interface</a:t>
            </a:r>
          </a:p>
          <a:p>
            <a:pPr>
              <a:spcBef>
                <a:spcPts val="800"/>
              </a:spcBef>
              <a:defRPr sz="1800"/>
            </a:pPr>
            <a:r>
              <a:t>• Server settings management</a:t>
            </a:r>
          </a:p>
          <a:p>
            <a:pPr>
              <a:spcBef>
                <a:spcPts val="800"/>
              </a:spcBef>
              <a:defRPr sz="1800"/>
            </a:pPr>
            <a:r>
              <a:t>• Historical data view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Bookmark this page for easy access!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11. Adding Sensors &amp; Alarms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Client Configuration Console</a:t>
            </a:r>
          </a:p>
        </p:txBody>
      </p:sp>
      <p:pic>
        <p:nvPicPr>
          <p:cNvPr id="3" name="Picture 2" descr="client-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7812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Configure client devices through the web interface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Configure Client Devices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From the server dashboard:</a:t>
            </a:r>
          </a:p>
          <a:p>
            <a:pPr>
              <a:spcBef>
                <a:spcPts val="800"/>
              </a:spcBef>
              <a:defRPr sz="1800"/>
            </a:pPr>
            <a:r>
              <a:t>1. Scroll to 'Update Client Config' section</a:t>
            </a:r>
          </a:p>
          <a:p>
            <a:pPr>
              <a:spcBef>
                <a:spcPts val="800"/>
              </a:spcBef>
              <a:defRPr sz="1800"/>
            </a:pPr>
            <a:r>
              <a:t>2. Select client from dropdown menu</a:t>
            </a:r>
          </a:p>
          <a:p>
            <a:pPr>
              <a:spcBef>
                <a:spcPts val="800"/>
              </a:spcBef>
              <a:defRPr sz="1800"/>
            </a:pPr>
            <a:r>
              <a:t>   (auto-populated from received telemetry)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Client Information:</a:t>
            </a:r>
          </a:p>
          <a:p>
            <a:pPr>
              <a:spcBef>
                <a:spcPts val="800"/>
              </a:spcBef>
              <a:defRPr sz="1800"/>
            </a:pPr>
            <a:r>
              <a:t>• Device UID shown</a:t>
            </a:r>
          </a:p>
          <a:p>
            <a:pPr>
              <a:spcBef>
                <a:spcPts val="800"/>
              </a:spcBef>
              <a:defRPr sz="1800"/>
            </a:pPr>
            <a:r>
              <a:t>• Last contact time displayed</a:t>
            </a:r>
          </a:p>
          <a:p>
            <a:pPr>
              <a:spcBef>
                <a:spcPts val="800"/>
              </a:spcBef>
              <a:defRPr sz="1800"/>
            </a:pPr>
            <a:r>
              <a:t>• Current configuration loaded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If client not in dropdown:</a:t>
            </a:r>
          </a:p>
          <a:p>
            <a:pPr>
              <a:spcBef>
                <a:spcPts val="800"/>
              </a:spcBef>
              <a:defRPr sz="1800"/>
            </a:pPr>
            <a:r>
              <a:t>• Wait for first telemetry (30 min default)</a:t>
            </a:r>
          </a:p>
          <a:p>
            <a:pPr>
              <a:spcBef>
                <a:spcPts val="800"/>
              </a:spcBef>
              <a:defRPr sz="1800"/>
            </a:pPr>
            <a:r>
              <a:t>• Verify fleet assignment in Notehub</a:t>
            </a:r>
          </a:p>
          <a:p>
            <a:pPr>
              <a:spcBef>
                <a:spcPts val="800"/>
              </a:spcBef>
              <a:defRPr sz="1800"/>
            </a:pPr>
            <a:r>
              <a:t>• Check client serial console for errors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Sensor Pin Configuration</a:t>
            </a:r>
          </a:p>
        </p:txBody>
      </p:sp>
      <p:pic>
        <p:nvPicPr>
          <p:cNvPr id="3" name="Picture 2" descr="client-console-pin-set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781240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Set up sensor types and pin assignments for each tank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Add a New Tank Sensor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In client configuration form: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1. Basic Settings:</a:t>
            </a:r>
          </a:p>
          <a:p>
            <a:pPr>
              <a:spcBef>
                <a:spcPts val="800"/>
              </a:spcBef>
              <a:defRPr sz="1800"/>
            </a:pPr>
            <a:r>
              <a:t>   • Tank ID: A-H (single letter)</a:t>
            </a:r>
          </a:p>
          <a:p>
            <a:pPr>
              <a:spcBef>
                <a:spcPts val="800"/>
              </a:spcBef>
              <a:defRPr sz="1800"/>
            </a:pPr>
            <a:r>
              <a:t>   • Tank Name: Descriptive name</a:t>
            </a:r>
          </a:p>
          <a:p>
            <a:pPr>
              <a:spcBef>
                <a:spcPts val="800"/>
              </a:spcBef>
              <a:defRPr sz="1800"/>
            </a:pPr>
            <a:r>
              <a:t>   • Tank Number: 1-8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2. Sensor Configuration:</a:t>
            </a:r>
          </a:p>
          <a:p>
            <a:pPr>
              <a:spcBef>
                <a:spcPts val="800"/>
              </a:spcBef>
              <a:defRPr sz="1800"/>
            </a:pPr>
            <a:r>
              <a:t>   • Sensor Type: analog/digital/4-20mA</a:t>
            </a:r>
          </a:p>
          <a:p>
            <a:pPr>
              <a:spcBef>
                <a:spcPts val="800"/>
              </a:spcBef>
              <a:defRPr sz="1800"/>
            </a:pPr>
            <a:r>
              <a:t>   • Primary Pin: 0-7 (expansion channel)</a:t>
            </a:r>
          </a:p>
          <a:p>
            <a:pPr>
              <a:spcBef>
                <a:spcPts val="800"/>
              </a:spcBef>
              <a:defRPr sz="1800"/>
            </a:pPr>
            <a:r>
              <a:t>   • Secondary Pin: -1 (or redundant sensor)</a:t>
            </a:r>
          </a:p>
          <a:p>
            <a:pPr>
              <a:spcBef>
                <a:spcPts val="800"/>
              </a:spcBef>
              <a:defRPr sz="1800"/>
            </a:pPr>
            <a:r>
              <a:t>   • Loop Channel: -1 (or 4-20mA channel)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3. Tank Parameters:</a:t>
            </a:r>
          </a:p>
          <a:p>
            <a:pPr>
              <a:spcBef>
                <a:spcPts val="800"/>
              </a:spcBef>
              <a:defRPr sz="1800"/>
            </a:pPr>
            <a:r>
              <a:t>   • Height: Total tank height in inches</a:t>
            </a:r>
          </a:p>
          <a:p>
            <a:pPr>
              <a:spcBef>
                <a:spcPts val="800"/>
              </a:spcBef>
              <a:defRPr sz="1800"/>
            </a:pPr>
            <a:r>
              <a:t>   • High Alarm: Upper threshold in inches</a:t>
            </a:r>
          </a:p>
          <a:p>
            <a:pPr>
              <a:spcBef>
                <a:spcPts val="800"/>
              </a:spcBef>
              <a:defRPr sz="1800"/>
            </a:pPr>
            <a:r>
              <a:t>   • Low Alarm: Lower threshold in inches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Configure Alarm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For each tank: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Enable Alarms:</a:t>
            </a:r>
          </a:p>
          <a:p>
            <a:pPr>
              <a:spcBef>
                <a:spcPts val="800"/>
              </a:spcBef>
              <a:defRPr sz="1800"/>
            </a:pPr>
            <a:r>
              <a:t>☑ Daily Report - Include in daily summary</a:t>
            </a:r>
          </a:p>
          <a:p>
            <a:pPr>
              <a:spcBef>
                <a:spcPts val="800"/>
              </a:spcBef>
              <a:defRPr sz="1800"/>
            </a:pPr>
            <a:r>
              <a:t>☑ Alarm SMS - Send SMS on alarm condition</a:t>
            </a:r>
          </a:p>
          <a:p>
            <a:pPr>
              <a:spcBef>
                <a:spcPts val="800"/>
              </a:spcBef>
              <a:defRPr sz="1800"/>
            </a:pPr>
            <a:r>
              <a:t>☑ Upload - Include in telemetry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Alarm Behavior:</a:t>
            </a:r>
          </a:p>
          <a:p>
            <a:pPr>
              <a:spcBef>
                <a:spcPts val="800"/>
              </a:spcBef>
              <a:defRPr sz="1800"/>
            </a:pPr>
            <a:r>
              <a:t>• High alarm triggers when level exceeds threshold</a:t>
            </a:r>
          </a:p>
          <a:p>
            <a:pPr>
              <a:spcBef>
                <a:spcPts val="800"/>
              </a:spcBef>
              <a:defRPr sz="1800"/>
            </a:pPr>
            <a:r>
              <a:t>• Low alarm triggers when level drops below threshold</a:t>
            </a:r>
          </a:p>
          <a:p>
            <a:pPr>
              <a:spcBef>
                <a:spcPts val="800"/>
              </a:spcBef>
              <a:defRPr sz="1800"/>
            </a:pPr>
            <a:r>
              <a:t>• SMS sent to server's contact list</a:t>
            </a:r>
          </a:p>
          <a:p>
            <a:pPr>
              <a:spcBef>
                <a:spcPts val="800"/>
              </a:spcBef>
              <a:defRPr sz="1800"/>
            </a:pPr>
            <a:r>
              <a:t>• Alarm persists until condition clears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Testing:</a:t>
            </a:r>
          </a:p>
          <a:p>
            <a:pPr>
              <a:spcBef>
                <a:spcPts val="800"/>
              </a:spcBef>
              <a:defRPr sz="1800"/>
            </a:pPr>
            <a:r>
              <a:t>• Set test thresholds initially</a:t>
            </a:r>
          </a:p>
          <a:p>
            <a:pPr>
              <a:spcBef>
                <a:spcPts val="800"/>
              </a:spcBef>
              <a:defRPr sz="1800"/>
            </a:pPr>
            <a:r>
              <a:t>• Verify SMS delivery</a:t>
            </a:r>
          </a:p>
          <a:p>
            <a:pPr>
              <a:spcBef>
                <a:spcPts val="800"/>
              </a:spcBef>
              <a:defRPr sz="1800"/>
            </a:pPr>
            <a:r>
              <a:t>• Adjust to actual operational thresholds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Send Configuration to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After configuring all settings: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1. Review configuration:</a:t>
            </a:r>
          </a:p>
          <a:p>
            <a:pPr>
              <a:spcBef>
                <a:spcPts val="800"/>
              </a:spcBef>
              <a:defRPr sz="1800"/>
            </a:pPr>
            <a:r>
              <a:t>   • Site name and device label</a:t>
            </a:r>
          </a:p>
          <a:p>
            <a:pPr>
              <a:spcBef>
                <a:spcPts val="800"/>
              </a:spcBef>
              <a:defRPr sz="1800"/>
            </a:pPr>
            <a:r>
              <a:t>   • Server fleet: 'tankalarm-server'</a:t>
            </a:r>
          </a:p>
          <a:p>
            <a:pPr>
              <a:spcBef>
                <a:spcPts val="800"/>
              </a:spcBef>
              <a:defRPr sz="1800"/>
            </a:pPr>
            <a:r>
              <a:t>   • Sample interval (seconds)</a:t>
            </a:r>
          </a:p>
          <a:p>
            <a:pPr>
              <a:spcBef>
                <a:spcPts val="800"/>
              </a:spcBef>
              <a:defRPr sz="1800"/>
            </a:pPr>
            <a:r>
              <a:t>   • All tank configurations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2. Click 'Send Config to Client' button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3. Server will:</a:t>
            </a:r>
          </a:p>
          <a:p>
            <a:pPr>
              <a:spcBef>
                <a:spcPts val="800"/>
              </a:spcBef>
              <a:defRPr sz="1800"/>
            </a:pPr>
            <a:r>
              <a:t>   • Create configuration note</a:t>
            </a:r>
          </a:p>
          <a:p>
            <a:pPr>
              <a:spcBef>
                <a:spcPts val="800"/>
              </a:spcBef>
              <a:defRPr sz="1800"/>
            </a:pPr>
            <a:r>
              <a:t>   • Send via Blues Notehub</a:t>
            </a:r>
          </a:p>
          <a:p>
            <a:pPr>
              <a:spcBef>
                <a:spcPts val="800"/>
              </a:spcBef>
              <a:defRPr sz="1800"/>
            </a:pPr>
            <a:r>
              <a:t>   • Target specific client device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4. Client will:</a:t>
            </a:r>
          </a:p>
          <a:p>
            <a:pPr>
              <a:spcBef>
                <a:spcPts val="800"/>
              </a:spcBef>
              <a:defRPr sz="1800"/>
            </a:pPr>
            <a:r>
              <a:t>   • Receive configuration</a:t>
            </a:r>
          </a:p>
          <a:p>
            <a:pPr>
              <a:spcBef>
                <a:spcPts val="800"/>
              </a:spcBef>
              <a:defRPr sz="1800"/>
            </a:pPr>
            <a:r>
              <a:t>   • Validate and apply settings</a:t>
            </a:r>
          </a:p>
          <a:p>
            <a:pPr>
              <a:spcBef>
                <a:spcPts val="800"/>
              </a:spcBef>
              <a:defRPr sz="1800"/>
            </a:pPr>
            <a:r>
              <a:t>   • Save to internal flash</a:t>
            </a:r>
          </a:p>
          <a:p>
            <a:pPr>
              <a:spcBef>
                <a:spcPts val="800"/>
              </a:spcBef>
              <a:defRPr sz="1800"/>
            </a:pPr>
            <a:r>
              <a:t>   • Report back via serial console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SMS Contact Management</a:t>
            </a:r>
          </a:p>
        </p:txBody>
      </p:sp>
      <p:pic>
        <p:nvPicPr>
          <p:cNvPr id="3" name="Picture 2" descr="cont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51034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Configure phone numbers for SMS alerts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Sensor Calibration</a:t>
            </a:r>
          </a:p>
        </p:txBody>
      </p:sp>
      <p:pic>
        <p:nvPicPr>
          <p:cNvPr id="3" name="Picture 2" descr="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855535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Calibrate sensors for accurate level readings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Historical Data View</a:t>
            </a:r>
          </a:p>
        </p:txBody>
      </p:sp>
      <p:pic>
        <p:nvPicPr>
          <p:cNvPr id="3" name="Picture 2" descr="histor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114528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View historical tank levels and trends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Server Settings</a:t>
            </a:r>
          </a:p>
        </p:txBody>
      </p:sp>
      <p:pic>
        <p:nvPicPr>
          <p:cNvPr id="3" name="Picture 2" descr="server-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69665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6217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/>
            </a:pPr>
            <a:r>
              <a:t>Configure server name, fleets, and daily report settings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12. Blues Notehub Device Management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Verify Devices in Notehub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Check device connectivity: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1. Log in to notehub.io</a:t>
            </a:r>
          </a:p>
          <a:p>
            <a:pPr>
              <a:spcBef>
                <a:spcPts val="800"/>
              </a:spcBef>
              <a:defRPr sz="1800"/>
            </a:pPr>
            <a:r>
              <a:t>2. Select your Product</a:t>
            </a:r>
          </a:p>
          <a:p>
            <a:pPr>
              <a:spcBef>
                <a:spcPts val="800"/>
              </a:spcBef>
              <a:defRPr sz="1800"/>
            </a:pPr>
            <a:r>
              <a:t>3. Go to Devices tab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You should see:</a:t>
            </a:r>
          </a:p>
          <a:p>
            <a:pPr>
              <a:spcBef>
                <a:spcPts val="800"/>
              </a:spcBef>
              <a:defRPr sz="1800"/>
            </a:pPr>
            <a:r>
              <a:t>• All Notecards listed</a:t>
            </a:r>
          </a:p>
          <a:p>
            <a:pPr>
              <a:spcBef>
                <a:spcPts val="800"/>
              </a:spcBef>
              <a:defRPr sz="1800"/>
            </a:pPr>
            <a:r>
              <a:t>• Status: Connected/Online</a:t>
            </a:r>
          </a:p>
          <a:p>
            <a:pPr>
              <a:spcBef>
                <a:spcPts val="800"/>
              </a:spcBef>
              <a:defRPr sz="1800"/>
            </a:pPr>
            <a:r>
              <a:t>• Last activity timestamp</a:t>
            </a:r>
          </a:p>
          <a:p>
            <a:pPr>
              <a:spcBef>
                <a:spcPts val="800"/>
              </a:spcBef>
              <a:defRPr sz="1800"/>
            </a:pPr>
            <a:r>
              <a:t>• Fleet assignments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For each device:</a:t>
            </a:r>
          </a:p>
          <a:p>
            <a:pPr>
              <a:spcBef>
                <a:spcPts val="800"/>
              </a:spcBef>
              <a:defRPr sz="1800"/>
            </a:pPr>
            <a:r>
              <a:t>• Click device name to view details</a:t>
            </a:r>
          </a:p>
          <a:p>
            <a:pPr>
              <a:spcBef>
                <a:spcPts val="800"/>
              </a:spcBef>
              <a:defRPr sz="1800"/>
            </a:pPr>
            <a:r>
              <a:t>• Check 'Fleets' section</a:t>
            </a:r>
          </a:p>
          <a:p>
            <a:pPr>
              <a:spcBef>
                <a:spcPts val="800"/>
              </a:spcBef>
              <a:defRPr sz="1800"/>
            </a:pPr>
            <a:r>
              <a:t>• Verify correct fleet assignment</a:t>
            </a:r>
          </a:p>
          <a:p>
            <a:pPr>
              <a:spcBef>
                <a:spcPts val="800"/>
              </a:spcBef>
              <a:defRPr sz="1800"/>
            </a:pPr>
            <a:r>
              <a:t>• Review recent activity in Events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Monitor Note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View communication between devices: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1. In Notehub, go to Events</a:t>
            </a:r>
          </a:p>
          <a:p>
            <a:pPr>
              <a:spcBef>
                <a:spcPts val="800"/>
              </a:spcBef>
              <a:defRPr sz="1800"/>
            </a:pPr>
            <a:r>
              <a:t>2. Filter by device or note type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Client Notes (outbound to server):</a:t>
            </a:r>
          </a:p>
          <a:p>
            <a:pPr>
              <a:spcBef>
                <a:spcPts val="800"/>
              </a:spcBef>
              <a:defRPr sz="1800"/>
            </a:pPr>
            <a:r>
              <a:t>• fleet.tankalarm-server:telemetry.qi</a:t>
            </a:r>
          </a:p>
          <a:p>
            <a:pPr>
              <a:spcBef>
                <a:spcPts val="800"/>
              </a:spcBef>
              <a:defRPr sz="1800"/>
            </a:pPr>
            <a:r>
              <a:t>• fleet.tankalarm-server:alarm.qi</a:t>
            </a:r>
          </a:p>
          <a:p>
            <a:pPr>
              <a:spcBef>
                <a:spcPts val="800"/>
              </a:spcBef>
              <a:defRPr sz="1800"/>
            </a:pPr>
            <a:r>
              <a:t>• fleet.tankalarm-server:daily.qi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Server Notes (outbound to clients):</a:t>
            </a:r>
          </a:p>
          <a:p>
            <a:pPr>
              <a:spcBef>
                <a:spcPts val="800"/>
              </a:spcBef>
              <a:defRPr sz="1800"/>
            </a:pPr>
            <a:r>
              <a:t>• device:&lt;uid&gt;:config.qi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Healthy System Shows:</a:t>
            </a:r>
          </a:p>
          <a:p>
            <a:pPr>
              <a:spcBef>
                <a:spcPts val="800"/>
              </a:spcBef>
              <a:defRPr sz="1800"/>
            </a:pPr>
            <a:r>
              <a:t>• Regular telemetry from clients</a:t>
            </a:r>
          </a:p>
          <a:p>
            <a:pPr>
              <a:spcBef>
                <a:spcPts val="800"/>
              </a:spcBef>
              <a:defRPr sz="1800"/>
            </a:pPr>
            <a:r>
              <a:t>• Config updates when sent</a:t>
            </a:r>
          </a:p>
          <a:p>
            <a:pPr>
              <a:spcBef>
                <a:spcPts val="800"/>
              </a:spcBef>
              <a:defRPr sz="1800"/>
            </a:pPr>
            <a:r>
              <a:t>• Recent timestamps (&lt; 1 hour)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Troubleshooting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If devices not communicating: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Check Fleet Assignments:</a:t>
            </a:r>
          </a:p>
          <a:p>
            <a:pPr>
              <a:spcBef>
                <a:spcPts val="800"/>
              </a:spcBef>
              <a:defRPr sz="1800"/>
            </a:pPr>
            <a:r>
              <a:t>1. Devices → Select device</a:t>
            </a:r>
          </a:p>
          <a:p>
            <a:pPr>
              <a:spcBef>
                <a:spcPts val="800"/>
              </a:spcBef>
              <a:defRPr sz="1800"/>
            </a:pPr>
            <a:r>
              <a:t>2. Verify fleet in 'Fleets' section</a:t>
            </a:r>
          </a:p>
          <a:p>
            <a:pPr>
              <a:spcBef>
                <a:spcPts val="800"/>
              </a:spcBef>
              <a:defRPr sz="1800"/>
            </a:pPr>
            <a:r>
              <a:t>3. Reassign if incorrect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Verify Notecard Status:</a:t>
            </a:r>
          </a:p>
          <a:p>
            <a:pPr>
              <a:spcBef>
                <a:spcPts val="800"/>
              </a:spcBef>
              <a:defRPr sz="1800"/>
            </a:pPr>
            <a:r>
              <a:t>1. Check for cellular signal</a:t>
            </a:r>
          </a:p>
          <a:p>
            <a:pPr>
              <a:spcBef>
                <a:spcPts val="800"/>
              </a:spcBef>
              <a:defRPr sz="1800"/>
            </a:pPr>
            <a:r>
              <a:t>2. Review Events for errors</a:t>
            </a:r>
          </a:p>
          <a:p>
            <a:pPr>
              <a:spcBef>
                <a:spcPts val="800"/>
              </a:spcBef>
              <a:defRPr sz="1800"/>
            </a:pPr>
            <a:r>
              <a:t>3. Check SIM card activation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Force Sync:</a:t>
            </a:r>
          </a:p>
          <a:p>
            <a:pPr>
              <a:spcBef>
                <a:spcPts val="800"/>
              </a:spcBef>
              <a:defRPr sz="1800"/>
            </a:pPr>
            <a:r>
              <a:t>1. In Notehub, go to device</a:t>
            </a:r>
          </a:p>
          <a:p>
            <a:pPr>
              <a:spcBef>
                <a:spcPts val="800"/>
              </a:spcBef>
              <a:defRPr sz="1800"/>
            </a:pPr>
            <a:r>
              <a:t>2. Click 'Sync Now'</a:t>
            </a:r>
          </a:p>
          <a:p>
            <a:pPr>
              <a:spcBef>
                <a:spcPts val="800"/>
              </a:spcBef>
              <a:defRPr sz="1800"/>
            </a:pPr>
            <a:r>
              <a:t>3. Wait for sync to complete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Check Client Serial Console:</a:t>
            </a:r>
          </a:p>
          <a:p>
            <a:pPr>
              <a:spcBef>
                <a:spcPts val="800"/>
              </a:spcBef>
              <a:defRPr sz="1800"/>
            </a:pPr>
            <a:r>
              <a:t>• Should show sync activity</a:t>
            </a:r>
          </a:p>
          <a:p>
            <a:pPr>
              <a:spcBef>
                <a:spcPts val="800"/>
              </a:spcBef>
              <a:defRPr sz="1800"/>
            </a:pPr>
            <a:r>
              <a:t>• Look for Notecard errors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13. System Testing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Test Sensor Readings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Verify sensors are working: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1. Client Serial Console:</a:t>
            </a:r>
          </a:p>
          <a:p>
            <a:pPr>
              <a:spcBef>
                <a:spcPts val="800"/>
              </a:spcBef>
              <a:defRPr sz="1800"/>
            </a:pPr>
            <a:r>
              <a:t>   • Shows real-time sensor readings</a:t>
            </a:r>
          </a:p>
          <a:p>
            <a:pPr>
              <a:spcBef>
                <a:spcPts val="800"/>
              </a:spcBef>
              <a:defRPr sz="1800"/>
            </a:pPr>
            <a:r>
              <a:t>   • Values should be reasonable</a:t>
            </a:r>
          </a:p>
          <a:p>
            <a:pPr>
              <a:spcBef>
                <a:spcPts val="800"/>
              </a:spcBef>
              <a:defRPr sz="1800"/>
            </a:pPr>
            <a:r>
              <a:t>   • Check units (inches)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2. Server Dashboard:</a:t>
            </a:r>
          </a:p>
          <a:p>
            <a:pPr>
              <a:spcBef>
                <a:spcPts val="800"/>
              </a:spcBef>
              <a:defRPr sz="1800"/>
            </a:pPr>
            <a:r>
              <a:t>   • Wait for telemetry (sample interval)</a:t>
            </a:r>
          </a:p>
          <a:p>
            <a:pPr>
              <a:spcBef>
                <a:spcPts val="800"/>
              </a:spcBef>
              <a:defRPr sz="1800"/>
            </a:pPr>
            <a:r>
              <a:t>   • Tank levels should appear</a:t>
            </a:r>
          </a:p>
          <a:p>
            <a:pPr>
              <a:spcBef>
                <a:spcPts val="800"/>
              </a:spcBef>
              <a:defRPr sz="1800"/>
            </a:pPr>
            <a:r>
              <a:t>   • Timestamps should update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3. Calibration:</a:t>
            </a:r>
          </a:p>
          <a:p>
            <a:pPr>
              <a:spcBef>
                <a:spcPts val="800"/>
              </a:spcBef>
              <a:defRPr sz="1800"/>
            </a:pPr>
            <a:r>
              <a:t>   • Measure actual tank level</a:t>
            </a:r>
          </a:p>
          <a:p>
            <a:pPr>
              <a:spcBef>
                <a:spcPts val="800"/>
              </a:spcBef>
              <a:defRPr sz="1800"/>
            </a:pPr>
            <a:r>
              <a:t>   • Compare to displayed value</a:t>
            </a:r>
          </a:p>
          <a:p>
            <a:pPr>
              <a:spcBef>
                <a:spcPts val="800"/>
              </a:spcBef>
              <a:defRPr sz="1800"/>
            </a:pPr>
            <a:r>
              <a:t>   • Adjust calibration if needed</a:t>
            </a:r>
          </a:p>
          <a:p>
            <a:pPr>
              <a:spcBef>
                <a:spcPts val="800"/>
              </a:spcBef>
              <a:defRPr sz="1800"/>
            </a:pPr>
            <a:r>
              <a:t>   • Use calibration interface on server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Test Alarm Functionality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Verify alarms work correctly: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1. Set Test Threshold:</a:t>
            </a:r>
          </a:p>
          <a:p>
            <a:pPr>
              <a:spcBef>
                <a:spcPts val="800"/>
              </a:spcBef>
              <a:defRPr sz="1800"/>
            </a:pPr>
            <a:r>
              <a:t>   • Configure low alarm above current level</a:t>
            </a:r>
          </a:p>
          <a:p>
            <a:pPr>
              <a:spcBef>
                <a:spcPts val="800"/>
              </a:spcBef>
              <a:defRPr sz="1800"/>
            </a:pPr>
            <a:r>
              <a:t>   • Or high alarm below current level</a:t>
            </a:r>
          </a:p>
          <a:p>
            <a:pPr>
              <a:spcBef>
                <a:spcPts val="800"/>
              </a:spcBef>
              <a:defRPr sz="1800"/>
            </a:pPr>
            <a:r>
              <a:t>   • Send config to client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2. Wait for Alarm:</a:t>
            </a:r>
          </a:p>
          <a:p>
            <a:pPr>
              <a:spcBef>
                <a:spcPts val="800"/>
              </a:spcBef>
              <a:defRPr sz="1800"/>
            </a:pPr>
            <a:r>
              <a:t>   • Client detects alarm condition</a:t>
            </a:r>
          </a:p>
          <a:p>
            <a:pPr>
              <a:spcBef>
                <a:spcPts val="800"/>
              </a:spcBef>
              <a:defRPr sz="1800"/>
            </a:pPr>
            <a:r>
              <a:t>   • Sends alarm note to server</a:t>
            </a:r>
          </a:p>
          <a:p>
            <a:pPr>
              <a:spcBef>
                <a:spcPts val="800"/>
              </a:spcBef>
              <a:defRPr sz="1800"/>
            </a:pPr>
            <a:r>
              <a:t>   • Check server dashboard for alarm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3. Verify SMS (if configured):</a:t>
            </a:r>
          </a:p>
          <a:p>
            <a:pPr>
              <a:spcBef>
                <a:spcPts val="800"/>
              </a:spcBef>
              <a:defRPr sz="1800"/>
            </a:pPr>
            <a:r>
              <a:t>   • SMS should be sent</a:t>
            </a:r>
          </a:p>
          <a:p>
            <a:pPr>
              <a:spcBef>
                <a:spcPts val="800"/>
              </a:spcBef>
              <a:defRPr sz="1800"/>
            </a:pPr>
            <a:r>
              <a:t>   • Check received message content</a:t>
            </a:r>
          </a:p>
          <a:p>
            <a:pPr>
              <a:spcBef>
                <a:spcPts val="800"/>
              </a:spcBef>
              <a:defRPr sz="1800"/>
            </a:pPr>
            <a:r>
              <a:t>   • Verify phone numbers correct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4. Reset Thresholds:</a:t>
            </a:r>
          </a:p>
          <a:p>
            <a:pPr>
              <a:spcBef>
                <a:spcPts val="800"/>
              </a:spcBef>
              <a:defRPr sz="1800"/>
            </a:pPr>
            <a:r>
              <a:t>   • Set to actual operational values</a:t>
            </a:r>
          </a:p>
          <a:p>
            <a:pPr>
              <a:spcBef>
                <a:spcPts val="800"/>
              </a:spcBef>
              <a:defRPr sz="1800"/>
            </a:pPr>
            <a:r>
              <a:t>   • Send updated config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Test Daily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Verify daily reporting: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1. Configure Report Time:</a:t>
            </a:r>
          </a:p>
          <a:p>
            <a:pPr>
              <a:spcBef>
                <a:spcPts val="800"/>
              </a:spcBef>
              <a:defRPr sz="1800"/>
            </a:pPr>
            <a:r>
              <a:t>   • Set time in server settings</a:t>
            </a:r>
          </a:p>
          <a:p>
            <a:pPr>
              <a:spcBef>
                <a:spcPts val="800"/>
              </a:spcBef>
              <a:defRPr sz="1800"/>
            </a:pPr>
            <a:r>
              <a:t>   • Usually early morning (5-7 AM)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2. For Testing:</a:t>
            </a:r>
          </a:p>
          <a:p>
            <a:pPr>
              <a:spcBef>
                <a:spcPts val="800"/>
              </a:spcBef>
              <a:defRPr sz="1800"/>
            </a:pPr>
            <a:r>
              <a:t>   • Set report time to near future</a:t>
            </a:r>
          </a:p>
          <a:p>
            <a:pPr>
              <a:spcBef>
                <a:spcPts val="800"/>
              </a:spcBef>
              <a:defRPr sz="1800"/>
            </a:pPr>
            <a:r>
              <a:t>   • Wait for scheduled time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3. Verify Report:</a:t>
            </a:r>
          </a:p>
          <a:p>
            <a:pPr>
              <a:spcBef>
                <a:spcPts val="800"/>
              </a:spcBef>
              <a:defRPr sz="1800"/>
            </a:pPr>
            <a:r>
              <a:t>   • Client sends daily note</a:t>
            </a:r>
          </a:p>
          <a:p>
            <a:pPr>
              <a:spcBef>
                <a:spcPts val="800"/>
              </a:spcBef>
              <a:defRPr sz="1800"/>
            </a:pPr>
            <a:r>
              <a:t>   • Server processes report</a:t>
            </a:r>
          </a:p>
          <a:p>
            <a:pPr>
              <a:spcBef>
                <a:spcPts val="800"/>
              </a:spcBef>
              <a:defRPr sz="1800"/>
            </a:pPr>
            <a:r>
              <a:t>   • Email sent (if configured)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4. Production:</a:t>
            </a:r>
          </a:p>
          <a:p>
            <a:pPr>
              <a:spcBef>
                <a:spcPts val="800"/>
              </a:spcBef>
              <a:defRPr sz="1800"/>
            </a:pPr>
            <a:r>
              <a:t>   • Set to desired daily time</a:t>
            </a:r>
          </a:p>
          <a:p>
            <a:pPr>
              <a:spcBef>
                <a:spcPts val="800"/>
              </a:spcBef>
              <a:defRPr sz="1800"/>
            </a:pPr>
            <a:r>
              <a:t>   • Monitor for first few days</a:t>
            </a:r>
          </a:p>
          <a:p>
            <a:pPr>
              <a:spcBef>
                <a:spcPts val="800"/>
              </a:spcBef>
              <a:defRPr sz="1800"/>
            </a:pPr>
            <a:r>
              <a:t>   • Adjust as needed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0078D7"/>
                </a:solidFill>
              </a:defRPr>
            </a:pPr>
            <a:r>
              <a:t>14. Ongoing Maintenance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Regular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Daily tasks:</a:t>
            </a:r>
          </a:p>
          <a:p>
            <a:pPr>
              <a:spcBef>
                <a:spcPts val="800"/>
              </a:spcBef>
              <a:defRPr sz="1800"/>
            </a:pPr>
            <a:r>
              <a:t>• Check dashboard for current levels</a:t>
            </a:r>
          </a:p>
          <a:p>
            <a:pPr>
              <a:spcBef>
                <a:spcPts val="800"/>
              </a:spcBef>
              <a:defRPr sz="1800"/>
            </a:pPr>
            <a:r>
              <a:t>• Verify all clients reporting</a:t>
            </a:r>
          </a:p>
          <a:p>
            <a:pPr>
              <a:spcBef>
                <a:spcPts val="800"/>
              </a:spcBef>
              <a:defRPr sz="1800"/>
            </a:pPr>
            <a:r>
              <a:t>• Review any active alarms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Weekly tasks:</a:t>
            </a:r>
          </a:p>
          <a:p>
            <a:pPr>
              <a:spcBef>
                <a:spcPts val="800"/>
              </a:spcBef>
              <a:defRPr sz="1800"/>
            </a:pPr>
            <a:r>
              <a:t>• Review historical trends</a:t>
            </a:r>
          </a:p>
          <a:p>
            <a:pPr>
              <a:spcBef>
                <a:spcPts val="800"/>
              </a:spcBef>
              <a:defRPr sz="1800"/>
            </a:pPr>
            <a:r>
              <a:t>• Check for missed reports</a:t>
            </a:r>
          </a:p>
          <a:p>
            <a:pPr>
              <a:spcBef>
                <a:spcPts val="800"/>
              </a:spcBef>
              <a:defRPr sz="1800"/>
            </a:pPr>
            <a:r>
              <a:t>• Verify Blues Notehub connectivity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Monthly tasks:</a:t>
            </a:r>
          </a:p>
          <a:p>
            <a:pPr>
              <a:spcBef>
                <a:spcPts val="800"/>
              </a:spcBef>
              <a:defRPr sz="1800"/>
            </a:pPr>
            <a:r>
              <a:t>• Review Blues data usage</a:t>
            </a:r>
          </a:p>
          <a:p>
            <a:pPr>
              <a:spcBef>
                <a:spcPts val="800"/>
              </a:spcBef>
              <a:defRPr sz="1800"/>
            </a:pPr>
            <a:r>
              <a:t>• Check sensor calibration</a:t>
            </a:r>
          </a:p>
          <a:p>
            <a:pPr>
              <a:spcBef>
                <a:spcPts val="800"/>
              </a:spcBef>
              <a:defRPr sz="1800"/>
            </a:pPr>
            <a:r>
              <a:t>• Test alarm SMS delivery</a:t>
            </a:r>
          </a:p>
          <a:p>
            <a:pPr>
              <a:spcBef>
                <a:spcPts val="800"/>
              </a:spcBef>
              <a:defRPr sz="1800"/>
            </a:pPr>
            <a:r>
              <a:t>• Verify contact phone numbers current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Best Practices:</a:t>
            </a:r>
          </a:p>
          <a:p>
            <a:pPr>
              <a:spcBef>
                <a:spcPts val="800"/>
              </a:spcBef>
              <a:defRPr sz="1800"/>
            </a:pPr>
            <a:r>
              <a:t>• Bookmark server dashboard</a:t>
            </a:r>
          </a:p>
          <a:p>
            <a:pPr>
              <a:spcBef>
                <a:spcPts val="800"/>
              </a:spcBef>
              <a:defRPr sz="1800"/>
            </a:pPr>
            <a:r>
              <a:t>• Set up mobile access for alerts</a:t>
            </a:r>
          </a:p>
          <a:p>
            <a:pPr>
              <a:spcBef>
                <a:spcPts val="800"/>
              </a:spcBef>
              <a:defRPr sz="1800"/>
            </a:pPr>
            <a:r>
              <a:t>• Document any configuration changes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Updating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To update client settings: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1. Access server web dashboard</a:t>
            </a:r>
          </a:p>
          <a:p>
            <a:pPr>
              <a:spcBef>
                <a:spcPts val="800"/>
              </a:spcBef>
              <a:defRPr sz="1800"/>
            </a:pPr>
            <a:r>
              <a:t>2. Select client from dropdown</a:t>
            </a:r>
          </a:p>
          <a:p>
            <a:pPr>
              <a:spcBef>
                <a:spcPts val="800"/>
              </a:spcBef>
              <a:defRPr sz="1800"/>
            </a:pPr>
            <a:r>
              <a:t>3. Modify desired settings:</a:t>
            </a:r>
          </a:p>
          <a:p>
            <a:pPr>
              <a:spcBef>
                <a:spcPts val="800"/>
              </a:spcBef>
              <a:defRPr sz="1800"/>
            </a:pPr>
            <a:r>
              <a:t>   • Tank parameters</a:t>
            </a:r>
          </a:p>
          <a:p>
            <a:pPr>
              <a:spcBef>
                <a:spcPts val="800"/>
              </a:spcBef>
              <a:defRPr sz="1800"/>
            </a:pPr>
            <a:r>
              <a:t>   • Alarm thresholds</a:t>
            </a:r>
          </a:p>
          <a:p>
            <a:pPr>
              <a:spcBef>
                <a:spcPts val="800"/>
              </a:spcBef>
              <a:defRPr sz="1800"/>
            </a:pPr>
            <a:r>
              <a:t>   • Sample interval</a:t>
            </a:r>
          </a:p>
          <a:p>
            <a:pPr>
              <a:spcBef>
                <a:spcPts val="800"/>
              </a:spcBef>
              <a:defRPr sz="1800"/>
            </a:pPr>
            <a:r>
              <a:t>   • Server fleet name</a:t>
            </a:r>
          </a:p>
          <a:p>
            <a:pPr>
              <a:spcBef>
                <a:spcPts val="800"/>
              </a:spcBef>
              <a:defRPr sz="1800"/>
            </a:pPr>
            <a:r>
              <a:t>4. Click 'Send Config to Client'</a:t>
            </a:r>
          </a:p>
          <a:p>
            <a:pPr>
              <a:spcBef>
                <a:spcPts val="800"/>
              </a:spcBef>
              <a:defRPr sz="1800"/>
            </a:pPr>
            <a:r>
              <a:t>5. Verify receipt in client console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Configuration is saved to:</a:t>
            </a:r>
          </a:p>
          <a:p>
            <a:pPr>
              <a:spcBef>
                <a:spcPts val="800"/>
              </a:spcBef>
              <a:defRPr sz="1800"/>
            </a:pPr>
            <a:r>
              <a:t>• Client internal flash (persistent)</a:t>
            </a:r>
          </a:p>
          <a:p>
            <a:pPr>
              <a:spcBef>
                <a:spcPts val="800"/>
              </a:spcBef>
              <a:defRPr sz="1800"/>
            </a:pPr>
            <a:r>
              <a:t>• Server internal flash (for reference)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Changes take effect:</a:t>
            </a:r>
          </a:p>
          <a:p>
            <a:pPr>
              <a:spcBef>
                <a:spcPts val="800"/>
              </a:spcBef>
              <a:defRPr sz="1800"/>
            </a:pPr>
            <a:r>
              <a:t>• Immediately after client receives config</a:t>
            </a:r>
          </a:p>
          <a:p>
            <a:pPr>
              <a:spcBef>
                <a:spcPts val="800"/>
              </a:spcBef>
              <a:defRPr sz="1800"/>
            </a:pPr>
            <a:r>
              <a:t>• No need to restart or recompile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/>
            </a:pPr>
            <a:r>
              <a:t>Additional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800"/>
              </a:spcBef>
              <a:defRPr sz="1800"/>
            </a:pPr>
            <a:r>
              <a:t>Documentation:</a:t>
            </a:r>
          </a:p>
          <a:p>
            <a:pPr>
              <a:spcBef>
                <a:spcPts val="800"/>
              </a:spcBef>
              <a:defRPr sz="1800"/>
            </a:pPr>
            <a:r>
              <a:t>• GitHub Repository:</a:t>
            </a:r>
          </a:p>
          <a:p>
            <a:pPr>
              <a:spcBef>
                <a:spcPts val="800"/>
              </a:spcBef>
              <a:defRPr sz="1800"/>
            </a:pPr>
            <a:r>
              <a:t>  github.com/SenaxInc/ArduinoSMSTankAlarm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• Installation Guides:</a:t>
            </a:r>
          </a:p>
          <a:p>
            <a:pPr>
              <a:spcBef>
                <a:spcPts val="800"/>
              </a:spcBef>
              <a:defRPr sz="1800"/>
            </a:pPr>
            <a:r>
              <a:t>  - TankAlarm-112025-Client-BluesOpta/INSTALLATION.md</a:t>
            </a:r>
          </a:p>
          <a:p>
            <a:pPr>
              <a:spcBef>
                <a:spcPts val="800"/>
              </a:spcBef>
              <a:defRPr sz="1800"/>
            </a:pPr>
            <a:r>
              <a:t>  - TankAlarm-112025-Server-BluesOpta/INSTALLATION.md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• Fleet Setup Guide:</a:t>
            </a:r>
          </a:p>
          <a:p>
            <a:pPr>
              <a:spcBef>
                <a:spcPts val="800"/>
              </a:spcBef>
              <a:defRPr sz="1800"/>
            </a:pPr>
            <a:r>
              <a:t>  - TankAlarm-112025-Server-BluesOpta/FLEET_SETUP.md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External Resources:</a:t>
            </a:r>
          </a:p>
          <a:p>
            <a:pPr>
              <a:spcBef>
                <a:spcPts val="800"/>
              </a:spcBef>
              <a:defRPr sz="1800"/>
            </a:pPr>
            <a:r>
              <a:t>• Arduino Opta: docs.arduino.cc/hardware/opta</a:t>
            </a:r>
          </a:p>
          <a:p>
            <a:pPr>
              <a:spcBef>
                <a:spcPts val="800"/>
              </a:spcBef>
              <a:defRPr sz="1800"/>
            </a:pPr>
            <a:r>
              <a:t>• Blues Wireless: dev.blues.io</a:t>
            </a:r>
          </a:p>
          <a:p>
            <a:pPr>
              <a:spcBef>
                <a:spcPts val="800"/>
              </a:spcBef>
              <a:defRPr sz="1800"/>
            </a:pPr>
            <a:r>
              <a:t>• Blues Notehub: notehub.io</a:t>
            </a:r>
          </a:p>
          <a:p>
            <a:pPr>
              <a:spcBef>
                <a:spcPts val="800"/>
              </a:spcBef>
              <a:defRPr sz="1800"/>
            </a:pPr>
          </a:p>
          <a:p>
            <a:pPr>
              <a:spcBef>
                <a:spcPts val="800"/>
              </a:spcBef>
              <a:defRPr sz="1800"/>
            </a:pPr>
            <a:r>
              <a:t>Support:</a:t>
            </a:r>
          </a:p>
          <a:p>
            <a:pPr>
              <a:spcBef>
                <a:spcPts val="800"/>
              </a:spcBef>
              <a:defRPr sz="1800"/>
            </a:pPr>
            <a:r>
              <a:t>• GitHub Issues</a:t>
            </a:r>
          </a:p>
          <a:p>
            <a:pPr>
              <a:spcBef>
                <a:spcPts val="800"/>
              </a:spcBef>
              <a:defRPr sz="1800"/>
            </a:pPr>
            <a:r>
              <a:t>• Blues Wireless Forums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